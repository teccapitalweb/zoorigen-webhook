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Observar con método convierte impresiones en datos. Esta presentación acompaña a la hoja de observación y etograma en PDF del Club.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temas, con una práctica corta al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Observar no es diagnosticar: es describir de forma ordenada lo que se 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etograma sirve para que varias personas registren lo mismo de la misma manera.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Decidir si algo es evento o estado determina cómo se registra y cómo se analiza.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definiciones operacionales evitan que cada observador interprete a su manera.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códigos y definiciones deben adaptarse. No existe un etograma único para todas las especies.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método responde preguntas distintas. Elige el que mejor responda la tuya.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Nada impide combinar métodos, pero cada hoja de registro debe indicar cuál se usó.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datos tomados a la misma hora todos los días dan una imagen sesgada del comportamiento.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Pide a dos personas que observen al mismo tiempo y comparen sus hojas: así se detecta qué definiciones son ambiguas.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resúmenes simples bastan para el seguimiento diario. El análisis estadístico es otro nivel.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presentación no interpreta conductas ni diagnostica: da herramientas para registrarlas bien.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Invita al grupo a elegir una especie, escribir cinco conductas con definición y probarlas en una sesión corta.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5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22860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pic>
        <p:nvPicPr>
          <p:cNvPr id="4" name="Image 0" descr="C:\TECCAPITAL\zoorigen-webhook\tools\materiales\generador-office\recursos\logo-zoorig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621792"/>
            <a:ext cx="2066544" cy="10607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2514600"/>
            <a:ext cx="1097280" cy="6400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 animal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310896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Observación conductual y etogramas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0080" y="502920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DC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mirar con método lo que hacen los animales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0080" y="6263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7D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original de Zoorigen · Versión 1.0 · 22 de octubre de 2026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241280" y="0"/>
            <a:ext cx="1947672" cy="6858000"/>
          </a:xfrm>
          <a:prstGeom prst="rect">
            <a:avLst/>
          </a:prstGeom>
          <a:solidFill>
            <a:srgbClr val="2F7A4F"/>
          </a:solidFill>
          <a:ln/>
        </p:spPr>
      </p:sp>
      <p:sp>
        <p:nvSpPr>
          <p:cNvPr id="11" name="Shape 8"/>
          <p:cNvSpPr/>
          <p:nvPr/>
        </p:nvSpPr>
        <p:spPr>
          <a:xfrm>
            <a:off x="10241280" y="0"/>
            <a:ext cx="91440" cy="6858000"/>
          </a:xfrm>
          <a:prstGeom prst="rect">
            <a:avLst/>
          </a:prstGeom>
          <a:solidFill>
            <a:srgbClr val="E8A31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Comportamiento animal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veremos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17320" y="174650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observar con método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" y="2651760"/>
            <a:ext cx="566928" cy="566928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17320" y="261518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un etograma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566928" cy="566928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520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17320" y="348386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y estados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40080" y="4389120"/>
            <a:ext cx="566928" cy="566928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389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17320" y="435254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de muestreo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40080" y="5257800"/>
            <a:ext cx="566928" cy="566928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257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17320" y="522122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Registrar, evitar sesgos y resumir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Comportamiento animal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qué observar con método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09928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691640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Conocer la conducta normal de una especie o de un grupo.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0080" y="2368296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68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350008"/>
            <a:ext cx="10287000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cambios que valga la pena comentar con el equipo veterinario o de bienestar.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40080" y="3228848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28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3210560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antes y después de un cambio en el manejo o en el recinto.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0080" y="3887216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887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3868928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Sustituir impresiones por datos que otras personas puedan revisar.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Comportamiento animal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es un etograma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09928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691640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catálogo de las conductas de una especie.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0080" y="2368296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68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350008"/>
            <a:ext cx="10287000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conducta tiene un nombre, un código corto y una definición que se pueda observar.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40080" y="3228848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28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3210560"/>
            <a:ext cx="10287000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elabora a partir de la observación y de la bibliografía de la especie.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0080" y="4089400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089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4071112"/>
            <a:ext cx="10287000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adapta a la pregunta: no hace falta incluir todas las conductas posibles.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Comportamiento animal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Eventos y estados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53035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83080"/>
            <a:ext cx="5303520" cy="109728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0391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F5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68680" y="2606040"/>
            <a:ext cx="4846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Conducta de corta duración que se cuenta: se registra cuántas veces ocurre.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1783080"/>
            <a:ext cx="53035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783080"/>
            <a:ext cx="5303520" cy="109728"/>
          </a:xfrm>
          <a:prstGeom prst="rect">
            <a:avLst/>
          </a:prstGeom>
          <a:solidFill>
            <a:srgbClr val="C75402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0391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F5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46520" y="2606040"/>
            <a:ext cx="4846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Conducta que dura: se mide cuánto tiempo ocupa.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5120640"/>
            <a:ext cx="10881360" cy="566928"/>
          </a:xfrm>
          <a:prstGeom prst="rect">
            <a:avLst/>
          </a:prstGeom>
          <a:solidFill>
            <a:srgbClr val="FBF1D8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5120640"/>
            <a:ext cx="73152" cy="56692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5193792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misma conducta puede tratarse como evento o como estado, según tu pregunta.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Comportamiento animal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definir una conducta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09928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691640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corto y código.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" y="2368296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68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350008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 lo que se ve, sin interpretar intenciones ni emociones.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0080" y="3026664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26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30083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empieza y cuándo termina.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40080" y="3685032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685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3666744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qué otras conductas no debe confundirse.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40080" y="4343400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343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4440" y="4325112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ejemplo breve.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40080" y="5577840"/>
            <a:ext cx="10881360" cy="566928"/>
          </a:xfrm>
          <a:prstGeom prst="rect">
            <a:avLst/>
          </a:prstGeom>
          <a:solidFill>
            <a:srgbClr val="FBF1D8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5577840"/>
            <a:ext cx="73152" cy="56692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25" name="Text 23"/>
          <p:cNvSpPr/>
          <p:nvPr/>
        </p:nvSpPr>
        <p:spPr>
          <a:xfrm>
            <a:off x="896112" y="5650992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«se mueve de una zona a otra», no «está aburrido».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Comportamiento animal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Fragmento ilustrativo de un etograma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743200"/>
                <a:gridCol w="6766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Conducta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Definición (ejemplo genérico)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Descanso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animal permanece sin desplazarse y sin interactuar con su entorno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Locomoción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desplaza de un punto a otro del recinto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Alimentación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Busca, manipula o consume alimento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Exploración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Inspecciona objetos o zonas del recinto con la boca, el hocico, las manos o los ojos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Interacción social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acerca o interactúa con otro individuo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5577840"/>
            <a:ext cx="10881360" cy="566928"/>
          </a:xfrm>
          <a:prstGeom prst="rect">
            <a:avLst/>
          </a:prstGeom>
          <a:solidFill>
            <a:srgbClr val="FBF1D8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" y="5577840"/>
            <a:ext cx="73152" cy="56692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1" name="Text 8"/>
          <p:cNvSpPr/>
          <p:nvPr/>
        </p:nvSpPr>
        <p:spPr>
          <a:xfrm>
            <a:off x="896112" y="5650992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solo un ejemplo genérico: define las conductas con base en tu especie y tu pregunta.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Comportamiento animal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Cuatro métodos de muestreo clásicos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53035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83080"/>
            <a:ext cx="5303520" cy="109728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0391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F5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libitum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68680" y="26060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Anotar lo más llamativo, sin reglas fijas. Útil para explorar.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1783080"/>
            <a:ext cx="53035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783080"/>
            <a:ext cx="5303520" cy="109728"/>
          </a:xfrm>
          <a:prstGeom prst="rect">
            <a:avLst/>
          </a:prstGeom>
          <a:solidFill>
            <a:srgbClr val="C75402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0391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F5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46520" y="26060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Seguir a un individuo durante un tiempo y registrar todo lo que hace.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53035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657600"/>
            <a:ext cx="5303520" cy="10972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91363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F5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barrido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68680" y="44805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intervalos fijos, anotar qué hace cada individuo del grupo.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17920" y="3657600"/>
            <a:ext cx="53035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3657600"/>
            <a:ext cx="5303520" cy="109728"/>
          </a:xfrm>
          <a:prstGeom prst="rect">
            <a:avLst/>
          </a:prstGeom>
          <a:solidFill>
            <a:srgbClr val="1F5F8F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391363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F5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ocurrencias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446520" y="44805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cada vez que ocurre una conducta definida en el grupo.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0080" y="5486400"/>
            <a:ext cx="10881360" cy="566928"/>
          </a:xfrm>
          <a:prstGeom prst="rect">
            <a:avLst/>
          </a:prstGeom>
          <a:solidFill>
            <a:srgbClr val="FBF1D8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5486400"/>
            <a:ext cx="73152" cy="56692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5559552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descrita por J. Altmann (1974), Behaviour 49:227-267.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Comportamiento animal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Focal o barrido: cómo elegir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1F5F3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783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Muestreo focal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2377440"/>
            <a:ext cx="52578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624328"/>
            <a:ext cx="109728" cy="109728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514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a un individuo.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3136392"/>
            <a:ext cx="109728" cy="109728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02666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información detallada.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3648456"/>
            <a:ext cx="109728" cy="109728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35387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con pocos animales o conductas sutiles.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160520"/>
            <a:ext cx="109728" cy="109728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40507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más atención.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63640" y="1783080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C75402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1783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Muestreo de barrido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263640" y="2377440"/>
            <a:ext cx="52578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6520" y="2624328"/>
            <a:ext cx="109728" cy="109728"/>
          </a:xfrm>
          <a:prstGeom prst="rect">
            <a:avLst/>
          </a:prstGeom>
          <a:solidFill>
            <a:srgbClr val="C75402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2514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a todo el grupo a intervalos.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46520" y="3136392"/>
            <a:ext cx="109728" cy="109728"/>
          </a:xfrm>
          <a:prstGeom prst="rect">
            <a:avLst/>
          </a:prstGeom>
          <a:solidFill>
            <a:srgbClr val="C75402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302666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una foto general de cada momento.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46520" y="3648456"/>
            <a:ext cx="109728" cy="109728"/>
          </a:xfrm>
          <a:prstGeom prst="rect">
            <a:avLst/>
          </a:prstGeom>
          <a:solidFill>
            <a:srgbClr val="C75402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35387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con grupos y conductas largas.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46520" y="4160520"/>
            <a:ext cx="109728" cy="109728"/>
          </a:xfrm>
          <a:prstGeom prst="rect">
            <a:avLst/>
          </a:prstGeom>
          <a:solidFill>
            <a:srgbClr val="C75402"/>
          </a:solidFill>
          <a:ln/>
        </p:spPr>
      </p:sp>
      <p:sp>
        <p:nvSpPr>
          <p:cNvPr id="29" name="Text 27"/>
          <p:cNvSpPr/>
          <p:nvPr/>
        </p:nvSpPr>
        <p:spPr>
          <a:xfrm>
            <a:off x="6675120" y="40507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Pierde detalles de eventos breves.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Comportamiento animal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registrar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09928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691640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una hoja con las conductas ya codificadas.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" y="2368296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68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350008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 fecha, hora, observador, condiciones y tiempo de observación.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0080" y="3026664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26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30083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Mantén los mismos horarios y condiciones cuando se pueda.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40080" y="3685032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685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3666744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 con el etograma antes de empezar a tomar datos.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40080" y="4343400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343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4440" y="4325112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Repite en distintos días y momentos del día.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40080" y="5577840"/>
            <a:ext cx="10881360" cy="566928"/>
          </a:xfrm>
          <a:prstGeom prst="rect">
            <a:avLst/>
          </a:prstGeom>
          <a:solidFill>
            <a:srgbClr val="FBF1D8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5577840"/>
            <a:ext cx="73152" cy="56692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25" name="Text 23"/>
          <p:cNvSpPr/>
          <p:nvPr/>
        </p:nvSpPr>
        <p:spPr>
          <a:xfrm>
            <a:off x="896112" y="5650992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hoja de observación y etograma en PDF del Club trae una plantilla para imprimir.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Comportamiento animal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Evitar sesgos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09928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691640"/>
            <a:ext cx="10287000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presencia de la persona que observa puede cambiar la conducta: guarda distancia y sé constante.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0080" y="2570480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70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552192"/>
            <a:ext cx="10287000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expectativas influyen en lo que se anota: apégate a las definiciones.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40080" y="3431032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31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3412744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personas deben ponerse de acuerdo con el etograma antes de empezar.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0080" y="4089400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089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4071112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 el clima, el horario y las actividades de manejo del día.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Comportamiento animal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resumen sencillo de los datos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09928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691640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Porcentaje de tiempo = tiempo en una conducta ÷ tiempo total observado.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0080" y="2368296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68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350008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 = número de eventos ÷ horas observadas.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40080" y="3026664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26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30083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siempre con el mismo esfuerzo de observación.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0080" y="3685032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685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3666744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los datos en una tabla o gráfica simple.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40080" y="5577840"/>
            <a:ext cx="10881360" cy="566928"/>
          </a:xfrm>
          <a:prstGeom prst="rect">
            <a:avLst/>
          </a:prstGeom>
          <a:solidFill>
            <a:srgbClr val="FBF1D8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5577840"/>
            <a:ext cx="73152" cy="56692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5650992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45 min de descanso en 3 horas de observación son 25 % del tiempo (aritmética, no un valor de referencia).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Comportamiento animal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Interpretar con cautela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09928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691640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observación aislada no demuestra un patrón.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0080" y="2368296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68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350008"/>
            <a:ext cx="10287000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cambio en la conducta puede tener muchas causas: coméntalo con tu equipo veterinario o de bienestar.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40080" y="3228848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28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3210560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llamar emociones a conductas sin evidencia.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0080" y="3887216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887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3868928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individuos y grupo por separado.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Comportamiento animal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seguir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Fuentes y aviso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consultadas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240280"/>
            <a:ext cx="91440" cy="9144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148840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Altmann J. (1974). Observational study of behavior: sampling methods. Behaviour 49(3-4):227-267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660904"/>
            <a:ext cx="91440" cy="9144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56946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Mellor DJ et al. (2020). The 2020 Five Domains Model. Animals 10(10):1870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081528"/>
            <a:ext cx="91440" cy="9144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990088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observación y etograma del Club (PDF) y bitácora semanal de enriquecimiento (Excel)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547872"/>
            <a:ext cx="10881360" cy="822960"/>
          </a:xfrm>
          <a:prstGeom prst="rect">
            <a:avLst/>
          </a:prstGeom>
          <a:solidFill>
            <a:srgbClr val="FBF1D8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547872"/>
            <a:ext cx="73152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363931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apoyo de Zoorigen: no sustituye el criterio profesional ni la asesoría legal. Consulta siempre la normatividad vigente y a tu asesor legal o médico veterinario responsable.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Zoorigen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Observación conductual y etogramas</dc:title>
  <dc:subject>Observación conductual y etogramas</dc:subject>
  <dc:creator>Zoorigen</dc:creator>
  <cp:lastModifiedBy>Zoorigen</cp:lastModifiedBy>
  <cp:revision>1</cp:revision>
  <dcterms:created xsi:type="dcterms:W3CDTF">2026-10-22T18:04:23Z</dcterms:created>
  <dcterms:modified xsi:type="dcterms:W3CDTF">2026-10-22T18:04:23Z</dcterms:modified>
</cp:coreProperties>
</file>