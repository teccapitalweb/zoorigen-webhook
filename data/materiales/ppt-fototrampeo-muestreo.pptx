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es conceptual: no recomienda marcas ni modelos de cámara. Se enfoca en el diseño y en el manejo ordenado de la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bloques. La idea central: un buen diseño vale más que muchas cámaras.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prometer más de lo que el método permite: las fotos son registros, no censos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Pídele al grupo que escriba su pregunta en una frase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de cámaras, su separación y la duración dependen de la pregunta y de la especie: no hay una cifra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entre cámaras se define con base en la especie de interés y la bibliografía; esta presentación no da distancias.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contar días reales de funcionamiento, no los días planeados.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errores de fecha y hora son comunes y arruinan los análisis de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formato único de registro evita perder información. Puedes adaptarlo en una hoja de cálculo.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verificación por una segunda persona mejora la calidad de la identificación.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 es la consistencia y la transparencia sobre el criterio usado.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métodos estadísticos más avanzados; esta presentación solo da el índice más sencillo.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detectar una especie no prueba que esté ausente. Habla de detección, no de ausencia.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un tema delicado: la redacción es general a propósito. Remite siempre a la norma y a la autoridad.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son lo más valioso del proyecto. Ordenarlos desde el inicio ahorra meses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invitando al grupo a escribir su pregunta de muestreo y su plan de registro de metadatos.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4" name="Image 0" descr="C:\TECCAPITAL\zoorigen-webhook\tools\materiales\generador-office\recursos\logo-zoori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2066544" cy="1060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514600"/>
            <a:ext cx="1097280" cy="640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fauna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Fototrampeo: diseño de un muestreo y manejo de datos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para planear con cámaras trampa y ordenar tus datos (sin marcas)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D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original de Zoorigen · Versión 1.0 · 22 de octubre de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0" y="0"/>
            <a:ext cx="91440" cy="6858000"/>
          </a:xfrm>
          <a:prstGeom prst="rect">
            <a:avLst/>
          </a:prstGeom>
          <a:solidFill>
            <a:srgbClr val="E8A3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veremos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fototrampeo y qué puede responder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y diseño del muestreo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de muestreo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metadatos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simples, límites y ética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el fototrampeo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cámaras que se activan por movimiento o calor para registrar fauna sin la presencia constante de personas.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 día y de noche, durante semanas o meses.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registros de presencia, horarios de actividad y uso del hábitat.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herramienta: lo que puedes concluir depende del diseño.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que puede ayudar a responder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303520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especies detectadas hay en el sitio?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5303520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horarios se registran?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5303520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hábitat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detectan con más frecuencia?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5303520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varía lo registrado entre épocas o sitios?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48640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559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pregunta no está clara, no hay diseño correcto.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pregunta a los datos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quiero saber y de quién.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1072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59080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29712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y época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81072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0800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y cuándo muestrear.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2064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431792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70704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064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1792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y cómo se eligen.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11696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63056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y registro de datos del sitio.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4048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113776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552688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04048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3776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para cambiar tarjetas y baterías.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84504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34" name="Text 32"/>
          <p:cNvSpPr/>
          <p:nvPr/>
        </p:nvSpPr>
        <p:spPr>
          <a:xfrm>
            <a:off x="995476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39368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4504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5476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y resumir lo registrado.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se anota: sin metadatos, las fotos pierden valor.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elegir los sitios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303520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Representatividad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sitios reflejen el hábitat que te interesa.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5303520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constante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y coloca las cámaras siempre con la misma lógica.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5303520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 para las personas y poco riesgo de robo o daño.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5303520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entre cámaras acorde a la especie y al objetivo.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Esfuerzo de muestreo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= número de cámaras × días en que funcionaron.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10 cámaras funcionando 30 días son 300 cámaras-día.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cuántos días funcionó realmente cada cámara (hubo fallas, baterías, tarjetas llenas).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sitios y épocas siempre considerando el esfuerzo.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 es solo aritmético: no es una recomendación de cuántas cámaras usar.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Instalación y datos del sitio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un código único a cada sitio y a cada cámara.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fecha, hora y coordenadas de la instalación.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la fecha y la hora de la cámara sean correctas.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el equipo antes de irte y toma una foto de referencia del sitio.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el equipo del clima y de manipulación.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Metadatos mínimos por sitio y visita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 uso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 sitio y de cámara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S01-C01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y hora de instalación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Día/mes/año y hora local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Coordenadas y descripción del hábitat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datum y nota breve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y hora de cada revisión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calcular días de funcionamiento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al revisar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Funcionando, falla, batería o tarjeta llena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Perturbaciones, cambios en el sitio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nombres de archivo desde el principio: por ejemplo, código de sitio + fecha + consecutivo.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de los datos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las tarjetas sin borrarlas hasta tener respaldo.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1072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59080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29712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81072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0800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dos copias en lugares distintos.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2064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431792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70704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064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1792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Especie, número de individuos y fecha.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11696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63056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segunda persona revisa dudas.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4048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113776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552688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04048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3776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registro o evento.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84504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34" name="Text 32"/>
          <p:cNvSpPr/>
          <p:nvPr/>
        </p:nvSpPr>
        <p:spPr>
          <a:xfrm>
            <a:off x="995476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39368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4504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5476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criterios definidos de antemano.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quién identificó cada registro y con qué guía.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 independientes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fotos seguidas del mismo animal suelen contarse como un solo evento.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 criterio de tiempo para considerar eventos distintos.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mismo criterio en todo el estudio y descríbelo cuando reportes.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número de individuos que se distingan con claridad.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criterio depende de la especie y de la pregunta: no hay un valor único.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Índices simples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registro = número de eventos ÷ esfuerzo (cámaras-día).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expresarse por cada 100 cámaras-día.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índice de abundancia relativa: no es el número de animales que hay.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comparar sitios o épocas con el mismo método.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conviertas un índice en una población sin un método adecuado para estimarla.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sí y qué no puedes concluir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buen diseño, sí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24328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especies se detectaron.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136392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se registran con más frecuencia.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comparan sitios con el mismo esfuerzo.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lo registrado entre épocas.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7540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datos básicos, no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2432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animales hay en total.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136392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026664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una especie no esté, solo porque no se registró.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376224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652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sin considerar el esfuerzo.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4274312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164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con pocas cámaras o pocos días.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Permisos, personas y especies sensibles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qué autorizaciones necesitas según la zona y las especies con que trabajes.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51053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0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49224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permiso al dueño o a la comunidad donde instales cámaras.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16890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68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15061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grabar personas; si ocurre, protege esas imágenes y su privacidad.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82727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27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0898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publiques las coordenadas exactas de especies sensibles o en riesgo.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48564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5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4673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que el equipo no cause daño a la fauna ni al sitio.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dependen de cada caso: consulta la normatividad vigente y a la autoridad ambiental.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Buenas prácticas con tus datos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siempre las fotos originales sin editar.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un diccionario de campos y códigos.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los cambios que hagas a la base de datos.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respaldos regulares y comprueba que se puedan abrir.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método para que otra persona lo repita.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Monitoreo de fauna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y aviso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consultadas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10607040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generales de muestreo con cámaras trampa (esfuerzo, eventos independientes e índices de abundancia relativa): literatura científica del campo; se presentan sin cifras ni valores recomendados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21356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2991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General de Vida Silvestre, Cámara de Diputados (consulta la versión vigente para autorizaciones y especies en riesgo)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419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505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NOM-059-SEMARNAT-2010 (especies en riesgo) y sus modificaciones: consulta la versión vigente en el DOF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08324"/>
            <a:ext cx="10881360" cy="822960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08324"/>
            <a:ext cx="73152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69976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de Zoorigen: no sustituye el criterio profesional ni la asesoría legal. Consulta siempre la normatividad vigente y a tu asesor legal o médico veterinario responsable.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Zoorigen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Fototrampeo: diseño de un muestreo y manejo de datos</dc:title>
  <dc:subject>Fototrampeo: diseño de un muestreo y manejo de datos</dc:subject>
  <dc:creator>Zoorigen</dc:creator>
  <cp:lastModifiedBy>Zoorigen</cp:lastModifiedBy>
  <cp:revision>1</cp:revision>
  <dcterms:created xsi:type="dcterms:W3CDTF">2026-10-22T18:04:23Z</dcterms:created>
  <dcterms:modified xsi:type="dcterms:W3CDTF">2026-10-22T18:04:23Z</dcterms:modified>
</cp:coreProperties>
</file>