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orienta; no es asesoría legal. Las normas cambian: la versión vigente siempre prevalece. Si tienes dudas sobre tu caso, consulta a la autoridad ambiental y a un asesor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bloques. Al final se propone una forma de ordenar el expediente de cada ejemplar.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al grupo cómo se identifica su instalación ante la autoridad. Esa respuesta es la base de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una lista exhaustiva. Hay otras normas que pueden aplicar según 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Resalta las tres piezas clave: registro, plan de manejo aprobado y seguimiento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Club hay una plantilla para ordenar la información del plan de manejo. No sustituye la guía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 definición completa en el Reglamento. Aquí se resume para facilitar la comparación.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se comparan rasgos que aparecen en las definiciones. No se afirman requisitos 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delicado: se evita una definición que no se pudo verificar. La respuesta correcta depende de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corazón del orden documental: sin origen demostrable, todo lo demás se complica.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lista no es exhaustiva. Se incluyen solo documentos cuya existencia se verificó en la ley o el reglamento; para cualquier otro trámite, consulta a la autoridad.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describen trámites. La información de los apéndices cambia: usa siempre la lista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documental no es lo mismo que cumplimiento legal, pero hace mucho más fácil demostrarlo.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bloque con acciones concretas para cada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al grupo que anote la duda más importante sobre su instalación y a quién la va a consultar.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que esta presentación orienta pero no sustituye la asesoría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4" name="Image 0" descr="C:\TECCAPITAL\zoorigen-webhook\tools\materiales\generador-office\recursos\logo-zoori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2066544" cy="1060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514600"/>
            <a:ext cx="1097280" cy="640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UMA, PIMVS y zoológicos: cuál es cuál y qué documentos suelen requerirse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de orientación con fuentes oficiales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D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original de Zoorigen · Versión 1.0 · 22 de octubre de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0" y="0"/>
            <a:ext cx="91440" cy="6858000"/>
          </a:xfrm>
          <a:prstGeom prst="rect">
            <a:avLst/>
          </a:prstGeom>
          <a:solidFill>
            <a:srgbClr val="E8A3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veremos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confunden estos términos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marco: leyes, reglamento y normas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UMA y su plan de manejo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PIMVS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los zoológicos?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que suelen requerirse y cómo ordenarlos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se confunden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usan como si fueran sinónimos, pero cada término tiene una definición propia.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institución puede tener actividades que se rigen por distintas reglas.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1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31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412744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corresponde depende de tu registro, tu autorización y de la versión vigente de la norma.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158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91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73296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explica las definiciones y deja claro cuándo hay que consultar la norma.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marco normativo en una mirada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303520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General de Vida Silvestre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conceptos como UMA, plan de manejo, marca y legal procedencia.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5303520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de la LGVS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Detalla definiciones (PIMVS, SUMA) y obligaciones como el inventario.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5303520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Federal de Sanidad Animal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Sanidad y bienestar: cuarentena y medidas de bioseguridad.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5303520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NOM-059-SEMARNAT-2010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especies nativas en riesgo; consulta su versión vigente.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48640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559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siempre los textos vigentes en el sitio de la Cámara de Diputados y el DOF.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una UMA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Manejo para la Conservación de la Vida Silvestre.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predio o instalación registrado.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con un plan de manejo aprobado.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un seguimiento permanente del hábitat y de las poblaciones.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Sistema de Unidades de Manejo para la Conservación de la Vida Silvestre (SUMA).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adaptada de la LGVS (arts. 3 y 39) y del Reglamento de la LGVS.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plan de manejo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 operativo de una UMA.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sujeto a aprobación de la Secretaría.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 programa las actividades para manejar especies y hábitats.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metas e indicadores de éxito.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y los términos de referencia oficiales los publica la autoridad: usa su guía vigente.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PIMVS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un PIMVS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Predios o instalaciones que manejan vida silvestre en forma confinada, fuera de su hábitat natural.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Reglamento menciona como ejemplos criaderos intensivos, viveros, jardines botánicos o similares.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1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31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412744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definición se centra en el manejo confinado con fines de reproducción controlada y aprovechamiento comercial.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158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91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7329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texto vigente para conocer los requisitos que te aplican.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adaptada del Reglamento de la LGVS (art. 2).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y PIMVS: lo que sí dice la definición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24328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 o instalación registrado.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136392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manejo aprobado.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38728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permanente de hábitat y poblaciones.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74312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164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SUMA.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7540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PIMVS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2432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Predio o instalación.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136392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vida silvestre en forma confinada.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3648456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su hábitat natural.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4160520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50792"/>
            <a:ext cx="4663440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criaderos intensivos, viveros, jardines botánicos o similares.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48640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5559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obligaciones concretas de cada uno dependen de la norma vigente y de tu autorización.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Zoológicos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¿Y los zoológicos?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zoológico mantiene y exhibe fauna: es una forma de describir la actividad.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y el registro que le corresponden los define la normatividad aplicable y la autoridad.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1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31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412744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con tu autoridad ambiental y tu asesor legal qué registro y autorizaciones tiene tu instalación.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158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91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73296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 igualmente el trato digno y respetuoso, la sanidad y la legal procedencia de los ejemplares.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no afirma cómo se clasifica un zoológico: verifícalo para tu caso.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procedencia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 legal de un ejemplar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de dónde proviene el ejemplar.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49270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95899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97910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49270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8998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nota de remisión o factura, según el caso.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58461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5168189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07101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58461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8189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Guárdalo mientras tengas el ejemplar.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67651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7377379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816291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67651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7379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traslado de ejemplares vivos requiere autorización de SEMARNAT.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476842" y="1828800"/>
            <a:ext cx="2044598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29" name="Text 27"/>
          <p:cNvSpPr/>
          <p:nvPr/>
        </p:nvSpPr>
        <p:spPr>
          <a:xfrm>
            <a:off x="958657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025482" y="1828800"/>
            <a:ext cx="1404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476842" y="2697480"/>
            <a:ext cx="2044598" cy="21031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6570" y="2788920"/>
            <a:ext cx="182514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actualizado tu inventario.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LGVS arts. 51 y 52 y Reglamento arts. 53 y 55 fr. II. Consulta los textos vigentes.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Documentos que suelen requerirse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o registro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procedencia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Demostrar el origen legal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Marca, nota de remisión o factura; se conserva mientras se tenga el ejemplar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Autorización de traslado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ejemplares vivos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autorización de SEMARNAT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de ejemplares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Controlar quién y cuántos hay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común y científico, descripción, sexo, tipo y número de marca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manejo (UMA)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Planear el manejo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Sujeto a aprobación de la Secretaría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y autorizaciones de la instalación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 legalmente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tu tipo de unidad: consulta la norma vigente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internacional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hay importación o exportación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LGVS remite a la Convención CITES para la importación y exportación de especies incluidas.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clasifica las especies en tres apéndices.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los apéndices vigentes en el sitio oficial de la Convención.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Asesórate antes de cualquier operación internacional.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ordenar el expediente de cada ejemplar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por ejemplar o por lote, física o digital.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Dentro: documento de legal procedencia, identificación o marca, y fotos.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movimientos: ingresos, bajas y traslados con su respaldo.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eventos relevantes.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digital y responsable de mantenerlo al día.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libro de ingresos, bajas y traslados (Excel) del Club te ayuda a llevar el registro.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frecuentes y cómo evitarlos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24328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UMA, PIMVS y zoológico como sinónimos.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136392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guardar la documentación de origen.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 que no se actualizan.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Basarse en textos viejos de la norma.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7540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evitarlos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2432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tu registro y tu autorización.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136392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 y respalda los documentos.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3648456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el inventario con cada movimiento.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4160520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versión vigente antes de decidir.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hacer si tienes dudas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la autoridad ambiental que corresponda a tu instalación.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asesoría a un abogado con experiencia en vida silvestre.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textos vigentes en la Cámara de Diputados y en el DOF.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cada consulta que hagas y su respuesta.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Marco normativo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y aviso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consultadas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General de Vida Silvestre, Cámara de Diputados (texto vigente): diputados.gob.mx/LeyesBiblio (arts. 3, 39, 51, 52 y 55)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9464"/>
            <a:ext cx="10607040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de la Ley General de Vida Silvestre, Cámara de Diputados (texto vigente): diputados.gob.mx/LeyesBiblio (art. 2, art. 53 y art. 55 fr. II)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419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505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Federal de Sanidad Animal, Cámara de Diputados (texto vigente): diputados.gob.mx/LeyesBiblio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62604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711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NOM-059-SEMARNAT-2010: Diario Oficial de la Federación y modificaciones vigentes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83228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917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CITES: sitio oficial de la Convención (consulta los apéndices vigentes)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49572"/>
            <a:ext cx="10881360" cy="822960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449572"/>
            <a:ext cx="73152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5410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de Zoorigen: no sustituye el criterio profesional ni la asesoría legal. Consulta siempre la normatividad vigente y a tu asesor legal o médico veterinario responsable.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Zoorigen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UMA, PIMVS y zoológicos: cuál es cuál y qué documentos suelen requerirse</dc:title>
  <dc:subject>UMA, PIMVS y zoológicos: cuál es cuál y qué documentos suelen requerirse</dc:subject>
  <dc:creator>Zoorigen</dc:creator>
  <cp:lastModifiedBy>Zoorigen</cp:lastModifiedBy>
  <cp:revision>1</cp:revision>
  <dcterms:created xsi:type="dcterms:W3CDTF">2026-10-22T18:04:23Z</dcterms:created>
  <dcterms:modified xsi:type="dcterms:W3CDTF">2026-10-22T18:04:23Z</dcterms:modified>
</cp:coreProperties>
</file>